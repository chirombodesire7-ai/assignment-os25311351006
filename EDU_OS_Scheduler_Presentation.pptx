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 OS Scheduler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 Simulation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Operating System simulation project</a:t>
            </a:r>
          </a:p>
          <a:p>
            <a:r>
              <a:t>Developed using C and Python</a:t>
            </a:r>
          </a:p>
          <a:p>
            <a:r>
              <a:t>Implements CPU scheduling algorithms</a:t>
            </a:r>
          </a:p>
          <a:p>
            <a:r>
              <a:t>Includes visualization and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 Operating System scheduling</a:t>
            </a:r>
          </a:p>
          <a:p>
            <a:r>
              <a:t>Analyze scheduling performance</a:t>
            </a:r>
          </a:p>
          <a:p>
            <a:r>
              <a:t>Visualize process execution</a:t>
            </a:r>
          </a:p>
          <a:p>
            <a:r>
              <a:t>Demonstrate IPC and synchronization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Scheduler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FCFS Scheduling</a:t>
            </a:r>
          </a:p>
          <a:p>
            <a:r>
              <a:t>SJF Scheduling</a:t>
            </a:r>
          </a:p>
          <a:p>
            <a:r>
              <a:t>Priority Scheduling</a:t>
            </a:r>
          </a:p>
          <a:p>
            <a:r>
              <a:t>Round Robin Scheduling</a:t>
            </a:r>
          </a:p>
          <a:p>
            <a:r>
              <a:t>Metrics and Gantt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Scheduler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 simulation</a:t>
            </a:r>
          </a:p>
          <a:p>
            <a:r>
              <a:t>Producer Consumer IPC</a:t>
            </a:r>
          </a:p>
          <a:p>
            <a:r>
              <a:t>Deadlock detection</a:t>
            </a:r>
          </a:p>
          <a:p>
            <a:r>
              <a:t>Shared memory demo</a:t>
            </a:r>
          </a:p>
          <a:p>
            <a:r>
              <a:t>Mutex synchronization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FCFS</a:t>
            </a:r>
          </a:p>
          <a:p>
            <a:r>
              <a:t>SJF</a:t>
            </a:r>
          </a:p>
          <a:p>
            <a:r>
              <a:t>Priority Scheduling</a:t>
            </a:r>
          </a:p>
          <a:p>
            <a:r>
              <a:t>Round Robin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Waiting Time</a:t>
            </a:r>
          </a:p>
          <a:p>
            <a:r>
              <a:t>Average Turnaround Time</a:t>
            </a:r>
          </a:p>
          <a:p>
            <a:r>
              <a:t>CPU Utilization</a:t>
            </a:r>
          </a:p>
          <a:p>
            <a:r>
              <a:t>Throughput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 Gantt charts</a:t>
            </a:r>
          </a:p>
          <a:p>
            <a:r>
              <a:t>Graphical Gantt charts</a:t>
            </a:r>
          </a:p>
          <a:p>
            <a:r>
              <a:t>Dashboard comparisons</a:t>
            </a:r>
          </a:p>
          <a:p>
            <a:r>
              <a:t>Scheduling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c_core/</a:t>
            </a:r>
          </a:p>
          <a:p>
            <a:r>
              <a:t>python_scheduler/</a:t>
            </a:r>
          </a:p>
          <a:p>
            <a:r>
              <a:t>controller/</a:t>
            </a:r>
          </a:p>
          <a:p>
            <a:r>
              <a:t>docs/</a:t>
            </a:r>
          </a:p>
          <a:p>
            <a:r>
              <a:t>tests/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Programming</a:t>
            </a:r>
          </a:p>
          <a:p>
            <a:r>
              <a:t>Python</a:t>
            </a:r>
          </a:p>
          <a:p>
            <a:r>
              <a:t>matplotlib</a:t>
            </a:r>
          </a:p>
          <a:p>
            <a:r>
              <a:t>Git and GitHub</a:t>
            </a:r>
          </a:p>
          <a:p>
            <a:r>
              <a:t>GCC Compiler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executed successfully</a:t>
            </a:r>
          </a:p>
          <a:p>
            <a:r>
              <a:t>Metrics generated correctly</a:t>
            </a:r>
          </a:p>
          <a:p>
            <a:r>
              <a:t>Dashboard visualization functional</a:t>
            </a:r>
          </a:p>
          <a:p>
            <a:r>
              <a:t>C and Python modules integrated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Arrival time scheduling</a:t>
            </a:r>
          </a:p>
          <a:p>
            <a:r>
              <a:t>GUI interface</a:t>
            </a:r>
          </a:p>
          <a:p>
            <a:r>
              <a:t>Preemptive algorithms</a:t>
            </a:r>
          </a:p>
          <a:p>
            <a:r>
              <a:t>Real-time visualization</a:t>
            </a:r>
          </a:p>
          <a:p>
            <a:r>
              <a:t>JSON process import/export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successfully demonstrates OS concepts</a:t>
            </a:r>
          </a:p>
          <a:p>
            <a:r>
              <a:t>Combines low-level systems and visualization</a:t>
            </a:r>
          </a:p>
          <a:p>
            <a:r>
              <a:t>Provides practical scheduling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